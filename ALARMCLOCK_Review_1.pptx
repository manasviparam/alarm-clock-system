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nasviparam/Alarm-Clock-Syste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926080" cy="2926080"/>
          </a:xfrm>
          <a:prstGeom prst="ellipse">
            <a:avLst/>
          </a:prstGeom>
          <a:solidFill>
            <a:srgbClr val="1E2E6B"/>
          </a:solidFill>
          <a:ln w="381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188720"/>
            <a:ext cx="2194560" cy="2194560"/>
          </a:xfrm>
          <a:prstGeom prst="ellipse">
            <a:avLst/>
          </a:prstGeom>
          <a:solidFill>
            <a:srgbClr val="14204F"/>
          </a:solidFill>
          <a:ln w="12700">
            <a:solidFill>
              <a:srgbClr val="1E2E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286000"/>
            <a:ext cx="0" cy="-7772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286000"/>
            <a:ext cx="548640" cy="32004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2194560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Clock System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945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Linux-based Alarm Scheduling and Management Application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Team-9-TeamBytes  |  Section 7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Burla Vida Swetha (2520030100)   •   Param Manasvi (2520030072)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(25CS2104E)  •  2026-27, Term-I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9377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Linux-based alarm system built on core Operating Systems and Systems Programming concepts for reliable alarm scheduling and management.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alarm engine uses process creation, timers, signals, signal handling and process suspension. A web frontend and backend allow users to create, view and cancel alarms, while a database keeps alarm data persistent.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14204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760720" y="109728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0972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engine in C on Linux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2258568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14204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60720" y="2258568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IPC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258568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↔ backend link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0" y="3419856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14204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760720" y="3419856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419856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modifications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alarm mechanism for Linux that lets the system keep working while it waits.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14204F"/>
          </a:solidFill>
          <a:ln w="12700">
            <a:solidFill>
              <a:srgbClr val="1420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788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at a specified time or delay, while other activities continue.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60020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783080"/>
            <a:ext cx="457200" cy="457200"/>
          </a:xfrm>
          <a:prstGeom prst="ellipse">
            <a:avLst/>
          </a:prstGeom>
          <a:solidFill>
            <a:srgbClr val="14204F"/>
          </a:solidFill>
          <a:ln w="12700">
            <a:solidFill>
              <a:srgbClr val="1420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 efficiently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788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alarm event without continuously occupying CPU resources.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160020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14204F"/>
          </a:solidFill>
          <a:ln w="12700">
            <a:solidFill>
              <a:srgbClr val="1420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788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alarm events, support cancellation and accommodate multiple requests.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4204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OS topics: process management, suspension, timers, signals and signal handling — all in C, without modifying the kernel.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14204F"/>
          </a:solidFill>
          <a:ln w="12700">
            <a:solidFill>
              <a:srgbClr val="1420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scheduling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691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scheduling in C using process management, timers, signals and process suspension.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371600"/>
            <a:ext cx="548640" cy="548640"/>
          </a:xfrm>
          <a:prstGeom prst="ellipse">
            <a:avLst/>
          </a:prstGeom>
          <a:solidFill>
            <a:srgbClr val="14204F"/>
          </a:solidFill>
          <a:ln w="12700">
            <a:solidFill>
              <a:srgbClr val="1420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management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1691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manage, cancel and handle multiple alarm requests.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154680"/>
            <a:ext cx="548640" cy="548640"/>
          </a:xfrm>
          <a:prstGeom prst="ellipse">
            <a:avLst/>
          </a:prstGeom>
          <a:solidFill>
            <a:srgbClr val="14204F"/>
          </a:solidFill>
          <a:ln w="12700">
            <a:solidFill>
              <a:srgbClr val="1420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474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IPC between the C alarm mechanism and application components.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154680"/>
            <a:ext cx="548640" cy="548640"/>
          </a:xfrm>
          <a:prstGeom prst="ellipse">
            <a:avLst/>
          </a:prstGeom>
          <a:solidFill>
            <a:srgbClr val="14204F"/>
          </a:solidFill>
          <a:ln w="12700">
            <a:solidFill>
              <a:srgbClr val="1420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interface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3474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interface with backend and database support for scheduling and managing alarms.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 a Linux/Ubuntu environment as a user-space application.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14204F"/>
          </a:solidFill>
          <a:ln w="12700">
            <a:solidFill>
              <a:srgbClr val="1420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334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request received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21945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21408" y="16002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24328" y="1737360"/>
            <a:ext cx="457200" cy="457200"/>
          </a:xfrm>
          <a:prstGeom prst="ellipse">
            <a:avLst/>
          </a:prstGeom>
          <a:solidFill>
            <a:srgbClr val="14204F"/>
          </a:solidFill>
          <a:ln w="12700">
            <a:solidFill>
              <a:srgbClr val="1420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2432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212848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212848" y="26334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a process to manage the alarm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84448" y="21945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85616" y="16002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88536" y="1737360"/>
            <a:ext cx="457200" cy="457200"/>
          </a:xfrm>
          <a:prstGeom prst="ellipse">
            <a:avLst/>
          </a:prstGeom>
          <a:solidFill>
            <a:srgbClr val="14204F"/>
          </a:solidFill>
          <a:ln w="12700">
            <a:solidFill>
              <a:srgbClr val="1420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8853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877056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877056" y="26334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timer for the time or delay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48656" y="21945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9824" y="16002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52744" y="1737360"/>
            <a:ext cx="457200" cy="457200"/>
          </a:xfrm>
          <a:prstGeom prst="ellipse">
            <a:avLst/>
          </a:prstGeom>
          <a:solidFill>
            <a:srgbClr val="14204F"/>
          </a:solidFill>
          <a:ln w="12700">
            <a:solidFill>
              <a:srgbClr val="1420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5274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541264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Suspend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541264" y="26334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waits using pause()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12864" y="21945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14032" y="16002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16952" y="1737360"/>
            <a:ext cx="457200" cy="457200"/>
          </a:xfrm>
          <a:prstGeom prst="ellipse">
            <a:avLst/>
          </a:prstGeom>
          <a:solidFill>
            <a:srgbClr val="14204F"/>
          </a:solidFill>
          <a:ln w="12700">
            <a:solidFill>
              <a:srgbClr val="1420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1695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205472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205472" y="26334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SIGALRM handled; alarm fires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611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611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40080" y="36118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&amp; multiple alarms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with process and signal mechanisms.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846320" y="36118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links the C engine and backend; web UI and database add management and storage.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Frontend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view, cancel alarms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2044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management logic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4204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Alarm Engine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GCC on Linux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fork, timers, signals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1828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1828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(FIFO/Pipe)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35661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E2E6B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356616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persistent storage of alarm details and status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566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user space, no kernel changes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Concepts / Linux APIs Used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Concept /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4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fork()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process for managing an alarm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Process Management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Creation, execution and termination of alarm processes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Timers / POSIX Timers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Schedules the alarm event for the time or delay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SIGALRM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Notifies the alarm process when the timer expires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sigaction()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Registers and handles the alarm 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pause()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Suspends the alarm process while waiting for a 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kill()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 an alarm process for cancellation or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IPC (FIFO/Pipe)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between C alarm component and 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wait()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Synchronization and child-process cleanup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exit()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Terminates an alarm process after completion or cancellation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Contribution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25880"/>
            <a:ext cx="640080" cy="640080"/>
          </a:xfrm>
          <a:prstGeom prst="ellipse">
            <a:avLst/>
          </a:prstGeom>
          <a:solidFill>
            <a:srgbClr val="14204F"/>
          </a:solidFill>
          <a:ln w="12700">
            <a:solidFill>
              <a:srgbClr val="1420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280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Burla Vida Swetha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2520030100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C-based Linux alarm engine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6032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 and management with fork()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implementation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generation and handling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suspension and alarm triggering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25880"/>
            <a:ext cx="640080" cy="640080"/>
          </a:xfrm>
          <a:prstGeom prst="ellipse">
            <a:avLst/>
          </a:prstGeom>
          <a:solidFill>
            <a:srgbClr val="14204F"/>
          </a:solidFill>
          <a:ln w="12700">
            <a:solidFill>
              <a:srgbClr val="1420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1280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 Manasvi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2520030072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components and integration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56032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cancellation and multiple alarm management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Inter-Process Communication (IPC)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execution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C module with backend, database and frontend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/ Platforms / Software Used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/ Ubuntu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for developing and executing the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044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/ C++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alarm mechanism and OS-level functionality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5508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GCC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of C programs on Linux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Node.js, Express.js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of the application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28803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52044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HTML, CSS, JavaScript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user interface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28803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4204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355080" y="28803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alarm details and status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1E2E6B"/>
          </a:solidFill>
          <a:ln w="9525">
            <a:solidFill>
              <a:srgbClr val="3345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09728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application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view, manage and cancel alarms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63440" y="109728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1E2E6B"/>
          </a:solidFill>
          <a:ln w="9525">
            <a:solidFill>
              <a:srgbClr val="3345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09728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Concurrent alarms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requests with notification at the scheduled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1E2E6B"/>
          </a:solidFill>
          <a:ln w="9525">
            <a:solidFill>
              <a:srgbClr val="3345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7744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storage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information and status retained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3774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1E2E6B"/>
          </a:solidFill>
          <a:ln w="9525">
            <a:solidFill>
              <a:srgbClr val="3345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237744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concepts demonstrated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Processes, timers, signals, suspension and IPC, with no kernel modification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github.com/manasviparam/Alarm-Clock-System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Alarm Clock System - Review 1</dc:title>
  <dc:subject>PptxGenJS Presentation</dc:subject>
  <dc:creator>Team-9-TeamBytes</dc:creator>
  <cp:lastModifiedBy>Team-9-TeamBytes</cp:lastModifiedBy>
  <cp:revision>1</cp:revision>
  <dcterms:created xsi:type="dcterms:W3CDTF">2026-10-05T08:12:18Z</dcterms:created>
  <dcterms:modified xsi:type="dcterms:W3CDTF">2026-10-05T08:12:18Z</dcterms:modified>
</cp:coreProperties>
</file>