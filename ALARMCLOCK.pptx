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manasviparam/Alarm-Clock-Syste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926080" cy="2926080"/>
          </a:xfrm>
          <a:prstGeom prst="ellipse">
            <a:avLst/>
          </a:prstGeom>
          <a:solidFill>
            <a:srgbClr val="DCE5F5"/>
          </a:solidFill>
          <a:ln w="38100">
            <a:solidFill>
              <a:srgbClr val="E9B3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188720"/>
            <a:ext cx="2194560" cy="2194560"/>
          </a:xfrm>
          <a:prstGeom prst="ellipse">
            <a:avLst/>
          </a:prstGeom>
          <a:solidFill>
            <a:srgbClr val="F7F9FD"/>
          </a:solidFill>
          <a:ln w="12700">
            <a:solidFill>
              <a:srgbClr val="DCE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7498080" y="1508760"/>
            <a:ext cx="0" cy="777240"/>
          </a:xfrm>
          <a:prstGeom prst="line">
            <a:avLst/>
          </a:prstGeom>
          <a:noFill/>
          <a:ln w="38100">
            <a:solidFill>
              <a:srgbClr val="4A5D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286000"/>
            <a:ext cx="548640" cy="320040"/>
          </a:xfrm>
          <a:prstGeom prst="line">
            <a:avLst/>
          </a:prstGeom>
          <a:noFill/>
          <a:ln w="38100">
            <a:solidFill>
              <a:srgbClr val="E9B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2194560"/>
            <a:ext cx="182880" cy="182880"/>
          </a:xfrm>
          <a:prstGeom prst="ellipse">
            <a:avLst/>
          </a:prstGeom>
          <a:solidFill>
            <a:srgbClr val="E9B35A"/>
          </a:solidFill>
          <a:ln w="12700">
            <a:solidFill>
              <a:srgbClr val="E9B3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9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Clock System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945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Linux-based Alarm Scheduling and Management Application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Team-9-TeamBytes  |  Section 7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Burla Vida Swetha (2520030100)   •   Param Manasvi (2520030072)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Systems Programming (25CS2104E)  •  2026-27, Term-I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9377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Linux-based alarm system built on core Operating Systems and Systems Programming concepts for reliable alarm scheduling and management.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alarm is a fork()ed C process that sleeps in sigsuspend() until SIGALRM and can be cancelled or stopped with signals. A web UI served by the same C server creates, views and cancels alarms and shows a live CPU-scheduler view; SQLite keeps data persistent.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4A5D94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760720" y="109728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0972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engine and web server in 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2258568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4A5D94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60720" y="2258568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IPC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258568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+ shared SQLite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3419856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4A5D94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760720" y="3419856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419856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modifications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alarm mechanism for Linux that lets the system keep working while it waits.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788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at a specified time or delay, while other activities continue.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783080"/>
            <a:ext cx="457200" cy="45720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 efficiently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788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alarm event without continuously occupying CPU resources.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160020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788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alarm events, support cancellation and accommodate multiple requests.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4A5D94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OS topics: process management, suspension, timers, signals and signal handling — all in C, without modifying the kernel.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scheduling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scheduling in C using fork(), alarm(), SIGALRM and sigsuspend().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management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cancel and stop alarms; handle multiple alarm requests at once.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474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and a shared SQLite database link the C server and the alarm workers.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154680"/>
            <a:ext cx="548640" cy="54864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interface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3474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served by the C backend, with SQLite storage and a live CPU-scheduler view.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in a Linux/Ubuntu environment as a user-space application.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334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/api/alarms with a label and delay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1945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21408" y="16002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24328" y="1737360"/>
            <a:ext cx="457200" cy="45720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2432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212848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212848" y="26334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one worker process per alarm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84448" y="21945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85616" y="16002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88536" y="1737360"/>
            <a:ext cx="457200" cy="45720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8853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877056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877056" y="26334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handlers; arm alarm() for the delay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48656" y="21945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9824" y="16002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52744" y="1737360"/>
            <a:ext cx="457200" cy="45720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5274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541264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Suspend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541264" y="26334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signals; wait in sigsuspend() (no busy-waiting)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12864" y="21945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14032" y="1600200"/>
            <a:ext cx="14630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16952" y="1737360"/>
            <a:ext cx="457200" cy="45720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1695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205472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205472" y="263347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SIGALRM fires; notify and ring until stopped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611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611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40080" y="36118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&amp; multiple alarms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SIGUSR1 cancels, SIGUSR2 stops a ringing alarm; SIGCHLD reaps each worker.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846320" y="36118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and workers share a SQLite database; the web UI polls the API and /proc.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Frontend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view, cancel, stop alarms; live scheduler 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2044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HTTP Server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(sockets), HTTP + JSON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API, serves UI, fork()s workers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4A5D94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Alarm Workers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874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GCC on Linux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240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fork, alarm(), signals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1828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1828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(signals)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35661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5E71A8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35661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SQLite (WAL mode), shared by server and workers; stores alarms and scheduler events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566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user space, no kernel changes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Concepts / Linux APIs Used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Concept /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D9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5D94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fork()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one child process per alarm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Process Management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alarm is an independent worker 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alarm() / SIGALRM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 raises SIGALRM when the delay expires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sigaction()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Registers handlers for SIGALRM, SIGUSR1, SIGUSR2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sigsuspend()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signals, then suspends the worker (0% CPU)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kill()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SIGUSR1 cancels an alarm; SIGUSR2 stops a ringing 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IPC (signals + SQLite)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and workers share one database file (WAL mode)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SIGCHLD / waitpid()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Handler reaps finished workers; no zombies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/proc, sched_getcpu()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core, state, context switches, run-queue delay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3B6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exit()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4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Ends a worker after cancel or dismiss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/ Platforms / Software Used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/ Ubuntu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runtime; notify-send for desktop alerts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alarm mechanism and OS-level functionality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5508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GCC and Make; links libsqlite3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HTTP Server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Sockets-based backend, no frameworks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28803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52044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HTML, CSS, JavaScript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user interface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288036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4A5D94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355080" y="28803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alarms, status and scheduler events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application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2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by delay or clock time; view, cancel and stop alarms in the web UI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18872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Concurrent alarms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2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per alarm, notified on terminal, desktop and web at the set time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7180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storage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2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and status kept in SQLite; orphaned alarms cleaned on restart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297180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8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concepts demonstrated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2F3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Processes, signals, suspension, IPC and live /proc scheduler states, no kernel changes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Contribution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25880"/>
            <a:ext cx="640080" cy="64008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Burla Vida Swetha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2520030100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C-based Linux alarm engine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6032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creation and management with fork()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alarm() timer implementation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SIGALRM / SIGUSR handling with sigaction()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with sigsuspend() and alarm triggering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DE2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25880"/>
            <a:ext cx="640080" cy="640080"/>
          </a:xfrm>
          <a:prstGeom prst="ellipse">
            <a:avLst/>
          </a:prstGeom>
          <a:solidFill>
            <a:srgbClr val="4A5D94"/>
          </a:solidFill>
          <a:ln w="12700">
            <a:solidFill>
              <a:srgbClr val="4A5D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D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12801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 Manasvi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2520030072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components and integration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56032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cancellation and multiple alarm management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IPC: signals and shared SQLite database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worker processes and SIGCHLD reaping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A4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C engine with HTTP server, SQLite and web UI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926080" cy="2926080"/>
          </a:xfrm>
          <a:prstGeom prst="ellipse">
            <a:avLst/>
          </a:prstGeom>
          <a:solidFill>
            <a:srgbClr val="DCE5F5"/>
          </a:solidFill>
          <a:ln w="38100">
            <a:solidFill>
              <a:srgbClr val="E9B3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188720"/>
            <a:ext cx="2194560" cy="2194560"/>
          </a:xfrm>
          <a:prstGeom prst="ellipse">
            <a:avLst/>
          </a:prstGeom>
          <a:solidFill>
            <a:srgbClr val="F7F9FD"/>
          </a:solidFill>
          <a:ln w="12700">
            <a:solidFill>
              <a:srgbClr val="DCE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7498080" y="1508760"/>
            <a:ext cx="0" cy="777240"/>
          </a:xfrm>
          <a:prstGeom prst="line">
            <a:avLst/>
          </a:prstGeom>
          <a:noFill/>
          <a:ln w="38100">
            <a:solidFill>
              <a:srgbClr val="4A5D9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286000"/>
            <a:ext cx="548640" cy="320040"/>
          </a:xfrm>
          <a:prstGeom prst="line">
            <a:avLst/>
          </a:prstGeom>
          <a:noFill/>
          <a:ln w="38100">
            <a:solidFill>
              <a:srgbClr val="E9B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2194560"/>
            <a:ext cx="182880" cy="182880"/>
          </a:xfrm>
          <a:prstGeom prst="ellipse">
            <a:avLst/>
          </a:prstGeom>
          <a:solidFill>
            <a:srgbClr val="E9B35A"/>
          </a:solidFill>
          <a:ln w="12700">
            <a:solidFill>
              <a:srgbClr val="E9B3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3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Clock System  |  Team-9-TeamBytes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8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400" u="sng" dirty="0">
                <a:solidFill>
                  <a:srgbClr val="2F3B6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github.com/manasviparam/Alarm-Clock-System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Alarm Clock System - Review 1</dc:title>
  <dc:subject>PptxGenJS Presentation</dc:subject>
  <dc:creator>Team-9-TeamBytes</dc:creator>
  <cp:lastModifiedBy>Team-9-TeamBytes</cp:lastModifiedBy>
  <cp:revision>1</cp:revision>
  <dcterms:created xsi:type="dcterms:W3CDTF">2026-10-05T08:27:32Z</dcterms:created>
  <dcterms:modified xsi:type="dcterms:W3CDTF">2026-10-05T08:27:32Z</dcterms:modified>
</cp:coreProperties>
</file>